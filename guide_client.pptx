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_cli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029200" cy="10058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0"/>
            <a:ext cx="18288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Личный кабинет
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4AF37"/>
                </a:solidFill>
              </a:rPr>
              <a:t>Как пользоваться порталом Nanny Nha Trang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Nanny Nha Trang • nannynhatrang.ru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B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1. Начало работы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6B82"/>
                </a:solidFill>
              </a:rPr>
              <a:t>Откройте Mini App в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1. Найдите бота @Nannynhatrang_bot
2. Нажмите кнопку Menu или Start
3. Откроется форма заявки
Telegram автоматически вас идентифицирует — 
никаких паролей не нужно.</a:t>
            </a:r>
          </a:p>
        </p:txBody>
      </p:sp>
      <p:pic>
        <p:nvPicPr>
          <p:cNvPr id="6" name="Picture 5" descr="sc_tg_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6B82"/>
                </a:solidFill>
              </a:rPr>
              <a:t>Заполните заявку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Укажите:
• Ваше имя
• Telegram для связи
• Имя и возраст ребёнка
• Желаемые даты
• Время начала и продолжительность
Нажмите «Отправить заявку».
Вы получите ссылку на личный кабинет.</a:t>
            </a:r>
          </a:p>
        </p:txBody>
      </p:sp>
      <p:pic>
        <p:nvPicPr>
          <p:cNvPr id="6" name="Picture 5" descr="sc_ho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6B82"/>
                </a:solidFill>
              </a:rPr>
              <a:t>Ваш личный кабинет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После отправки заявки вы получите:
• Личную ссылку /client/ваш-токен
• Статус заявки
• Информацию о назначенной няне
• Календарь смен
• Документы и договоры
Сохраните ссылку — она ваша навсегда.</a:t>
            </a:r>
          </a:p>
        </p:txBody>
      </p:sp>
      <p:pic>
        <p:nvPicPr>
          <p:cNvPr id="6" name="Picture 5" descr="sc_cli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B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2. Функции кабинета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Календарь смен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Как читать календарь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🟢 Зелёные даты — подтверждённые смены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🟡 Жёлтые даты — встреча с няней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⬜ Обычные даты — доступны для бронирования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Дополнительно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Нажмите на дату смены — откроются чеки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Смены синхронизированы с порталом няни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Обновляются в реальном времени</a:t>
            </a:r>
          </a:p>
        </p:txBody>
      </p:sp>
      <p:pic>
        <p:nvPicPr>
          <p:cNvPr id="13" name="Picture 12" descr="sc_cli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Документы и договоры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Доступные документы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📄 Договор агентство–родители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📄 Договор няня–родители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📦 Пакет документов для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Тарифы и программы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💰 Инфографика с тарифами агентства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🤝 Реферальная программа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Все документы открываются через Telegram</a:t>
            </a:r>
          </a:p>
        </p:txBody>
      </p:sp>
      <p:pic>
        <p:nvPicPr>
          <p:cNvPr id="14" name="Picture 13" descr="sc_cli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1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Профиль няни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Кнопка «Профиль няни →»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Открывает страницу вашей закреплённой няни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Фото, опыт работы, языки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Рейтинг и отзывы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Статус заявки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Назначена — чётко видно в шапке ЛК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⏳ Подбираем — обычно несколько часов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Вы получите уведомление в Telegram</a:t>
            </a:r>
          </a:p>
        </p:txBody>
      </p:sp>
      <p:pic>
        <p:nvPicPr>
          <p:cNvPr id="13" name="Picture 12" descr="sc_cli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B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💡 Советы клиенту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✓ Сохраните ссылку на ЛК в закладки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✓ Следите за уведомлениями — они приходят в бот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80944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✓ При вопросах пишите менеджеру в @Nannynhatrang_bot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8561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✓ Фото-чеки можно загрузить прямо в ЛК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81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6B82"/>
                </a:solidFill>
              </a:rPr>
              <a:t>✓ Статьи в блоге помогут выбрать правильный тариф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