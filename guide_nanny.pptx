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029200" cy="10058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0"/>
            <a:ext cx="18288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Портал Няни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A043"/>
                </a:solidFill>
              </a:rPr>
              <a:t>Инструкция по работе с порталом Nanny Nha Trang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Nanny Nha Trang • nannynhatrang.ru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A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1. Ваш личный портал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EA043"/>
                </a:solidFill>
              </a:rPr>
              <a:t>Ссылка на ваш портал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Администратор выдаёт вам персональную ссылку:
/nanny/ваш-токен
Или через Telegram бот @Nannynhatrang_bot
после добавления вас в систему.
Ссылка работает без пароля — 
храните её как конфиденциальную.</a:t>
            </a:r>
          </a:p>
        </p:txBody>
      </p:sp>
      <p:pic>
        <p:nvPicPr>
          <p:cNvPr id="6" name="Picture 5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EA043"/>
                </a:solidFill>
              </a:rPr>
              <a:t>Что вы видите в портале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• Ваше фото и профиль
• Список назначенных смен
• Календарь занятости
• Блоки выходных дней
• Возможность загрузить чек после смены
Портал обновляется при каждом назначении.</a:t>
            </a:r>
          </a:p>
        </p:txBody>
      </p:sp>
      <p:pic>
        <p:nvPicPr>
          <p:cNvPr id="6" name="Picture 5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A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2. Управление сменами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Ваш календарь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Цвета в календаре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🟢 Рабочий день — назначена смена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🔴 Выходной — вы отметили как недоступный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⬜ Свободный день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Как отметить выходной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Нажмите на дату в календаре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Выберите «Отметить выходной»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Дата станет недоступной для назначений</a:t>
            </a:r>
          </a:p>
        </p:txBody>
      </p:sp>
      <p:pic>
        <p:nvPicPr>
          <p:cNvPr id="13" name="Picture 12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Загрузка чеков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После каждой смены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1. Сфотографируйте подтверждение оплаты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2. Зайдите на свой портал /nanny/токен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3. Найдите нужную дату в списке смен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4. Нажмите «Загрузить чек»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5. Выберите фото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Чек будет виден и клиенту, и администратору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Уведомление придёт автоматически</a:t>
            </a:r>
          </a:p>
        </p:txBody>
      </p:sp>
      <p:pic>
        <p:nvPicPr>
          <p:cNvPr id="13" name="Picture 12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A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3. Уведомления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Когда приходят уведомления в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Вы получаете уведомление когда: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🆕 Администратор назначил вас на новую заявку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📅 Клиент подтвердил даты смен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💰 Клиент загрузил чек об оплате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⏰ За 2 часа до начала смены (напоминание)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Для этого нужно: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Ваш Telegram ID прописан в профиле в системе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Обратитесь к администратору если нет уведомлений</a:t>
            </a:r>
          </a:p>
        </p:txBody>
      </p:sp>
      <p:pic>
        <p:nvPicPr>
          <p:cNvPr id="13" name="Picture 12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A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💡 Советы для няни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✓ Заходите в портал накануне — проверяйте расписание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✓ Отмечайте выходные заранее чтобы не было конфликтов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80944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✓ Загружайте чеки в тот же день после смены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8561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770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✓ При вопросах пишите администратору в Telegram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81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A043"/>
                </a:solidFill>
              </a:rPr>
              <a:t>✓ Ваш профиль виден клиентам — держите его актуальным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