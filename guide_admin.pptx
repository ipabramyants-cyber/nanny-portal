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c_admi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57200"/>
            <a:ext cx="5029200" cy="100584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675120" y="0"/>
            <a:ext cx="18288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Административная
Панель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7C3AED"/>
                </a:solidFill>
              </a:rPr>
              <a:t>Полное руководство по управлению агентством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88888"/>
                </a:solidFill>
              </a:rPr>
              <a:t>Nanny Nha Trang • nannynhatrang.ru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1. Вход в систему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256032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7C3AED"/>
                </a:solidFill>
              </a:rPr>
              <a:t>Авторизация через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1. Откройте Mini App @Nannynhatrang_bot
2. Система определяет ваш Telegram ID
3. Если ID в списке ADMIN_IDS → вы в админке
Через браузер (разработка):
/admin?dev_token=ВАШ_ADMIN_TOKEN
Railway: переменные ADMIN_IDS, ADMIN_TOKEN,
TELEGRAM_BOT_TOKEN, FLASK_SECRET_KEY</a:t>
            </a:r>
          </a:p>
        </p:txBody>
      </p:sp>
      <p:pic>
        <p:nvPicPr>
          <p:cNvPr id="6" name="Picture 5" descr="sc_admin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2. Управление заявками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Список заявок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Вкладка «Заявки»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Все входящие заявки от клиентов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Поиск по имени, телефону, имени ребёнка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Статус: ожидает назначения / назначена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Действия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Назначить няню — выпадающий список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Открыть ЛК клиента — кнопка «ЛК →»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Все данные в одном месте</a:t>
            </a:r>
          </a:p>
        </p:txBody>
      </p:sp>
      <p:pic>
        <p:nvPicPr>
          <p:cNvPr id="13" name="Picture 12" descr="sc_deskto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256032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7C3AED"/>
                </a:solidFill>
              </a:rPr>
              <a:t>Назначение няни на заявку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1. Найдите заявку в разделе «Заявки»
2. В колонке «Няня» выберите из списка
3. Нажмите «Сохранить»
Автоматически:
• Няня получит уведомление в Telegram
• Клиент получит уведомление с ссылкой на ЛК
• Календарь обновится у обоих
Система проверяет конфликты расписания!</a:t>
            </a:r>
          </a:p>
        </p:txBody>
      </p:sp>
      <p:pic>
        <p:nvPicPr>
          <p:cNvPr id="6" name="Picture 5" descr="sc_desktop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2931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3. Управление нянями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Добавление и редактирование няни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Раздел «Няни»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Список всех зарегистрированных нянь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При добавлении/редактировании: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Имя, фото, возраст, опыт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Telegram ID (для уведомлений)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Портальный токен (уникальная ссылка)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• Языки, специализация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749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Важно: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Telegram ID — числовой, не @username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Portal token — латиница, без пробелов</a:t>
            </a:r>
          </a:p>
        </p:txBody>
      </p:sp>
      <p:pic>
        <p:nvPicPr>
          <p:cNvPr id="16" name="Picture 15" descr="sc_nann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4. Статьи и блог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2560320"/>
            <a:ext cx="914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7C3AED"/>
                </a:solidFill>
              </a:rPr>
              <a:t>Создание статьи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</a:rPr>
              <a:t>1. Раздел «Статьи» → «+ Новая статья»
2. Заполните:
   • Заголовок (обязательно)
   • Slug — URL статьи /blog/slug
   • Краткое описание
   • Тело статьи в HTML
3. Загрузите обложку (фото)
4. Добавьте YouTube/Vimeo ссылку
5. Заполните SEO поля
6. Нажмите «Сохранить»
7. Статус: Черновик / Опубликована</a:t>
            </a:r>
          </a:p>
        </p:txBody>
      </p:sp>
      <p:pic>
        <p:nvPicPr>
          <p:cNvPr id="6" name="Picture 5" descr="sc_b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SEO для статей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Поля SEO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SEO Title — заголовок для Google (до 60 символов)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SEO Description — описание (до 160 символов)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Keywords — ключевые слова через запятую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Автоматически генерируется: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Open Graph теги для соцсетей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Canonical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Запись в sitemap.xml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Проверяйте через: Google Search Console</a:t>
            </a:r>
          </a:p>
        </p:txBody>
      </p:sp>
      <p:pic>
        <p:nvPicPr>
          <p:cNvPr id="15" name="Picture 14" descr="sc_arti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5. Уведомления и Railway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Когда и кому приходят уведомления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Клиент получает: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✅ Новая заявка принята (со ссылкой на ЛК)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✅ Назначена няня (с датами)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718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Няня получает: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🆕 Новое назначение (данные клиента, даты)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⏰ Напоминание за 2 часа до смены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Администратор получает: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20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🆕 Каждая новая заявка с контактами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5321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✅ Подтверждение смен</a:t>
            </a:r>
          </a:p>
        </p:txBody>
      </p:sp>
      <p:pic>
        <p:nvPicPr>
          <p:cNvPr id="15" name="Picture 14" descr="sc_tg_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5212080" cy="10424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Railway — переменные окружения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Обязательные переменные: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TELEGRAM_BOT_TOKEN — токен бота от @BotFather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ADMIN_IDS — Telegram ID администраторов через запятую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FLASK_SECRET_KEY — случайная строка 32+ символа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ADMIN_TOKEN — пароль для dev-доступа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94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Опциональные: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FORCE_HTTPS=1 — принудительный HTTPS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63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</a:rPr>
              <a:t>STORAGE=sql — режим базы данных (по умолчанию JSON)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C3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💡 Чек-лист перед запуском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✓ TELEGRAM_BOT_TOKEN и ADMIN_IDS выставлены в Railway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677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✓ Домен подключён и SSL работает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80944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7238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✓ BotFather: Menu Button URL = ваш-домен/app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85616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7705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✓ Тестовая заявка прошла и пришло уведомление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681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✓ Договоры и тарифы загружены в /static/contracts/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112471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C3AED"/>
                </a:solidFill>
              </a:rPr>
              <a:t>✓ Создана первая статья в блоге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